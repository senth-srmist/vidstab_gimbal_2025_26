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srznxS5J/4Enc+eLylMPW39VI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2570a4c81_0_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2570a4c8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2570a4c81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476a6bce_0_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2476a6bce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2476a6bce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29571e040_0_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29571e04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29571e04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db57a359f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db57a359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db57a359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269e46c30_0_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269e46c30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269e46c30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28d664bfb_0_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28d664bf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28d664bf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80fd8150e_0_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80fd8150e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80fd8150e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db57a359f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db57a359f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db57a359f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269e46c30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269e46c3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269e46c30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5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113157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t9-Enawv_mY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10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24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/2025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21MHP401L/403L - Major Project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00953" y="1062752"/>
            <a:ext cx="703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Development of a Pan-Tilt Gimbal Control System for Mechanical Video Stabilization and Vision Based Target Tracking.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00953" y="2410998"/>
            <a:ext cx="7032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Members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SHARISH K 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RA2211038010017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DIYANEZ KANDASAAMY J 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RA2211038010032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ANIRUDH 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RA2211038010049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900953" y="4737336"/>
            <a:ext cx="703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</a:t>
            </a: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Senthilnathan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M.E., Ph.D.  </a:t>
            </a:r>
            <a:endParaRPr/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779700" y="1832325"/>
            <a:ext cx="308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No. </a:t>
            </a: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MRP 07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570a4c81_0_14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</a:t>
            </a:r>
            <a:r>
              <a:rPr lang="en-US"/>
              <a:t> </a:t>
            </a:r>
            <a:endParaRPr/>
          </a:p>
        </p:txBody>
      </p:sp>
      <p:sp>
        <p:nvSpPr>
          <p:cNvPr id="103" name="Google Shape;103;g3a2570a4c81_0_14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2570a4c81_0_1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ull timelapse of all the prototypes here :  https://youtu.be/8SeI-KrNr7w&#10;* The blue rectangles are not the actual inference from the neural net. The model uses 540p images which were not great for this video.&#10;&#10;&#10;Credits to Olliw as this gimbal uses the Storm32 BGC" id="105" name="Google Shape;105;g3a2570a4c81_0_14" title="3d printed gimbal with auto tracki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950" y="2010025"/>
            <a:ext cx="6968700" cy="39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10/24/2025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52975" y="1905150"/>
            <a:ext cx="4884000" cy="44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❑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an existing pan tilt gimbal comprising onboard sensors and actuators to a FPGA based real-time controller.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❑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pan-tilt gimbal control algorithm for mechanical stabilization, that reduces the effect disturbances, both internal and external, on the camera.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❑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agile tracking system that enables the gimbal to lock onto the target specified by the user and follow it, maintaining minimum tracking error under dynamic conditions.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897281" y="634518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Arial Black"/>
                <a:ea typeface="Arial Black"/>
                <a:cs typeface="Arial Black"/>
                <a:sym typeface="Arial Black"/>
              </a:rPr>
              <a:t>21MHP401L/403L - Major Project</a:t>
            </a:r>
            <a:endParaRPr/>
          </a:p>
        </p:txBody>
      </p:sp>
      <p:sp>
        <p:nvSpPr>
          <p:cNvPr id="114" name="Google Shape;114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524250" y="1043262"/>
            <a:ext cx="8095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650" y="1728600"/>
            <a:ext cx="3086100" cy="28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213535" y="3916325"/>
            <a:ext cx="1726326" cy="30690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"/>
          <p:cNvCxnSpPr/>
          <p:nvPr/>
        </p:nvCxnSpPr>
        <p:spPr>
          <a:xfrm rot="10800000">
            <a:off x="6304275" y="5029250"/>
            <a:ext cx="918900" cy="344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2"/>
          <p:cNvSpPr txBox="1"/>
          <p:nvPr/>
        </p:nvSpPr>
        <p:spPr>
          <a:xfrm>
            <a:off x="5861425" y="4815825"/>
            <a:ext cx="59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IMU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2476a6bce_0_17"/>
          <p:cNvSpPr txBox="1"/>
          <p:nvPr>
            <p:ph type="title"/>
          </p:nvPr>
        </p:nvSpPr>
        <p:spPr>
          <a:xfrm>
            <a:off x="512475" y="1038851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CONTEXT</a:t>
            </a:r>
            <a:endParaRPr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a2476a6bce_0_17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Operating Conditions: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 Adapted to outdoor settings subjected to non-harsh conditions and counteract to disturbances by maintaining reliable control for stable imagery.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Nature of Modalities: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 Only limited to land modalities. Limited bandwidth and low frequencies of undulations of road surface.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Nature of Targets: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Designation through mouse clicks of target such as humans, motorcycles and cars.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Deployment Focus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Entire performance metrics such speed and accuracy of the system is governed by the existing mechanism, the actuators and sensors onboard.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2476a6bce_0_1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29571e040_0_1"/>
          <p:cNvSpPr txBox="1"/>
          <p:nvPr>
            <p:ph type="title"/>
          </p:nvPr>
        </p:nvSpPr>
        <p:spPr>
          <a:xfrm>
            <a:off x="640862" y="3234837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Block Diagram</a:t>
            </a:r>
            <a:endParaRPr sz="6300"/>
          </a:p>
        </p:txBody>
      </p:sp>
      <p:sp>
        <p:nvSpPr>
          <p:cNvPr id="134" name="Google Shape;134;g3a29571e040_0_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db57a359f_0_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g39db57a359f_0_0"/>
          <p:cNvPicPr preferRelativeResize="0"/>
          <p:nvPr/>
        </p:nvPicPr>
        <p:blipFill rotWithShape="1">
          <a:blip r:embed="rId3">
            <a:alphaModFix/>
          </a:blip>
          <a:srcRect b="0" l="-3766" r="0" t="-8049"/>
          <a:stretch/>
        </p:blipFill>
        <p:spPr>
          <a:xfrm>
            <a:off x="0" y="537301"/>
            <a:ext cx="9144000" cy="519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269e46c30_0_3"/>
          <p:cNvSpPr txBox="1"/>
          <p:nvPr>
            <p:ph type="title"/>
          </p:nvPr>
        </p:nvSpPr>
        <p:spPr>
          <a:xfrm>
            <a:off x="628650" y="773475"/>
            <a:ext cx="7886700" cy="91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Block Diagram</a:t>
            </a:r>
            <a:endParaRPr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a269e46c30_0_3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269e46c30_0_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g3a269e46c30_0_3" title="Untitled Diagram.drawio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775" y="1664300"/>
            <a:ext cx="7936451" cy="46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8d664bfb_0_2"/>
          <p:cNvSpPr txBox="1"/>
          <p:nvPr>
            <p:ph type="title"/>
          </p:nvPr>
        </p:nvSpPr>
        <p:spPr>
          <a:xfrm>
            <a:off x="580550" y="711401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</p:txBody>
      </p:sp>
      <p:sp>
        <p:nvSpPr>
          <p:cNvPr id="157" name="Google Shape;157;g3a28d664bfb_0_2"/>
          <p:cNvSpPr txBox="1"/>
          <p:nvPr>
            <p:ph idx="1" type="body"/>
          </p:nvPr>
        </p:nvSpPr>
        <p:spPr>
          <a:xfrm>
            <a:off x="628650" y="18160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System Specification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Hardware integration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Sensor Data Acquisition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Algorithm Development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User Interface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Testing and Evaluation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a28d664bfb_0_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80fd8150e_0_8"/>
          <p:cNvSpPr txBox="1"/>
          <p:nvPr>
            <p:ph type="title"/>
          </p:nvPr>
        </p:nvSpPr>
        <p:spPr>
          <a:xfrm>
            <a:off x="628650" y="679451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Deliverables</a:t>
            </a:r>
            <a:endParaRPr/>
          </a:p>
        </p:txBody>
      </p:sp>
      <p:sp>
        <p:nvSpPr>
          <p:cNvPr id="165" name="Google Shape;165;g3980fd8150e_0_8"/>
          <p:cNvSpPr txBox="1"/>
          <p:nvPr>
            <p:ph idx="1" type="body"/>
          </p:nvPr>
        </p:nvSpPr>
        <p:spPr>
          <a:xfrm>
            <a:off x="628650" y="2005150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✔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Develop and evaluate control algorithm for mitigating both predictable and unpredictable external disturbances that affect camera stability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✔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Engineer an algorithm that capable of providing stable imaging and precise tracking for dynamic targets on terrain.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✔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Creating a experimental rig that could serve as a testbed for control algorithms as well as serve as a basis for future developments by allowing experimentation with differents software control strategies.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✔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Delivering a modular control software, ensuring each module can be updated, replaced, or expanded independently—facilitating quick adaptation to new algorithms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980fd8150e_0_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b57a359f_0_11"/>
          <p:cNvSpPr txBox="1"/>
          <p:nvPr>
            <p:ph idx="1" type="body"/>
          </p:nvPr>
        </p:nvSpPr>
        <p:spPr>
          <a:xfrm>
            <a:off x="628650" y="1086625"/>
            <a:ext cx="7886700" cy="73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Gantt-Chart Timeline</a:t>
            </a:r>
            <a:endParaRPr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9db57a359f_0_1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4" name="Google Shape;174;g39db57a359f_0_11" title="Online Gantt 202511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50" y="2229625"/>
            <a:ext cx="8845825" cy="44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269e46c30_0_12"/>
          <p:cNvSpPr txBox="1"/>
          <p:nvPr>
            <p:ph type="title"/>
          </p:nvPr>
        </p:nvSpPr>
        <p:spPr>
          <a:xfrm>
            <a:off x="623538" y="757750"/>
            <a:ext cx="7886700" cy="776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Breakdown Matrix</a:t>
            </a:r>
            <a:endParaRPr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a269e46c30_0_12"/>
          <p:cNvSpPr txBox="1"/>
          <p:nvPr>
            <p:ph idx="1" type="body"/>
          </p:nvPr>
        </p:nvSpPr>
        <p:spPr>
          <a:xfrm>
            <a:off x="-10084825" y="1455850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269e46c30_0_1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g3a269e46c30_0_12"/>
          <p:cNvSpPr/>
          <p:nvPr/>
        </p:nvSpPr>
        <p:spPr>
          <a:xfrm>
            <a:off x="1707179" y="3320815"/>
            <a:ext cx="66300" cy="576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269e46c30_0_12"/>
          <p:cNvSpPr/>
          <p:nvPr/>
        </p:nvSpPr>
        <p:spPr>
          <a:xfrm>
            <a:off x="2746004" y="3320815"/>
            <a:ext cx="66300" cy="576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g3a269e46c30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925" y="1455850"/>
            <a:ext cx="8527925" cy="49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10/24/2025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453838" y="1608806"/>
            <a:ext cx="8582586" cy="2042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193" name="Google Shape;193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21MHP401L/403L - Major Project</a:t>
            </a:r>
            <a:endParaRPr/>
          </a:p>
        </p:txBody>
      </p:sp>
      <p:sp>
        <p:nvSpPr>
          <p:cNvPr id="194" name="Google Shape;194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2018-08-13T09:05:25Z</dcterms:created>
  <dc:creator>GANGA</dc:creator>
</cp:coreProperties>
</file>